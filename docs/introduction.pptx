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8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A736-CDE9-2E1E-FBB2-5400A6A0C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B1D97-E92C-F3A5-C5EE-A7FEE007C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C6E02-5396-00D0-E2B1-A1A78000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E066B-6598-0216-C1BD-1B0E9C6E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5168-6285-8D60-5BBD-0E214B9E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1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8072-BD7F-0919-B6D6-B3B4B678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A25BD-AEAA-1A6B-B711-4FB6F314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2093A-18B7-9E02-3074-BEC30130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0FC5-87F4-D981-E1F7-982BF8D0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A0F4-F36F-BB59-3651-41396DA1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9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B8DB-B8F0-06FD-FA06-5A9B1590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5F194-7A49-E73B-94B8-6D10E697D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F38A-0E9E-2640-C92A-F68557AC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D07-5221-DB8B-650C-FAB07986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BC618-8149-B93D-946B-87D45ED0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6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2466-68FD-93E8-BDD6-CC261D85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E7A19-1751-A7B5-2F35-5A7D3B964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E2000-B55F-2D99-3212-D292A5565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8D10A-B2B1-1F01-4CB3-B52BB025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00F-9AE5-37CC-6BCC-FFB959A8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53A27-226B-0537-0BC7-667496CB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3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0E30-7439-FA81-E97E-784628AFB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36AE6-0805-ADE0-03E0-BACB270DE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D730F-5497-C1C8-8EAA-C42AD0A7E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D0425-9A41-77D5-1BEC-0B56A092E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4E9B2-1F79-9818-6527-907DD14F0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21AA9-72A9-AED7-2E8B-7BCF3AD7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B4CA5-9875-4A1C-A220-9DF27D93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B2AF3-4F24-84EE-F58A-1835853E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6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73A-E546-24CF-0F31-B0124F87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9EFDD9-263E-8879-5FC9-FD9E471E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E810E-C526-3451-8FAA-177FC2FE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B244F-53E7-CAF8-07A9-046A4A01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FAE53-0C75-CAF0-566E-A9764BBD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23117-CBB6-1B77-7BF1-A76CF8EB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36CC3-24B1-6149-F27B-62FDEAA2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7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97A6-D030-FD4E-C355-D43E0B64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A847-90F4-394C-5D29-AF39442F9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FE28-6DBC-532B-B420-6B6AC0EC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3BF92-8307-AF9E-F621-3747EECF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B694F-FB99-DB3F-20B8-5743DAFA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23DC6-4016-DC37-6198-DC1F5761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512C-8B94-AFA8-DD9B-590A3DE6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4EFD1-487F-01EA-7516-1A9C43D48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0DB1C-E769-0D31-E351-619F23BC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BB063-88CC-67D4-7C74-D363E7ED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98DB7-F5F2-B051-81E4-1257EFAF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7A4E6-F7F3-F8A3-4569-E311C861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42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D182-2106-7D84-2926-FCB1C243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C6699-5DFB-FE69-19AE-430A6695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4530-2900-215D-B386-DBF32553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41012-25F7-2488-A85F-D3EB0A41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D0AA1-DE9F-4E73-9BE5-64F304A6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0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45EC8-D362-DE5E-4A0C-85304F299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B51B7-55B6-38A0-2CA1-6478BFA03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446E5-187B-C617-FAF5-A61043BA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EE29-D6CA-22BA-DDA9-563FE114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331BB-58D6-2557-FE64-9A883C94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2CE1B-2BBB-2B3A-67C8-37207D56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72EA-C695-A568-A820-71B60B731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144F-B074-3FB5-4F76-1CFBEB43B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472D1-5C93-4440-9931-9DD91D1B2E5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7524D-630E-45AE-F5B0-1F0AE0AF9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74307-3280-43AF-DCC1-C58E9F18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F145E-02C7-4D4D-BACB-9B70ECF6E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5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211A-7975-A5DB-FB16-FF5E6C077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Movie App (Group 3)</a:t>
            </a:r>
          </a:p>
        </p:txBody>
      </p:sp>
    </p:spTree>
    <p:extLst>
      <p:ext uri="{BB962C8B-B14F-4D97-AF65-F5344CB8AC3E}">
        <p14:creationId xmlns:p14="http://schemas.microsoft.com/office/powerpoint/2010/main" val="14333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FE30-7CAD-EF89-250B-C69C6FE3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2AE3-2932-6D30-0CA9-58E4CB802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 – Responsiveness</a:t>
            </a:r>
          </a:p>
          <a:p>
            <a:r>
              <a:rPr lang="en-US" dirty="0"/>
              <a:t>2-4 – Login, registration, account deletion</a:t>
            </a:r>
          </a:p>
          <a:p>
            <a:r>
              <a:rPr lang="en-US" dirty="0"/>
              <a:t>5-6 – Search for movies, now airing</a:t>
            </a:r>
          </a:p>
          <a:p>
            <a:r>
              <a:rPr lang="en-US" dirty="0"/>
              <a:t>7-9 – Groups (incl. joining and leaving)</a:t>
            </a:r>
          </a:p>
          <a:p>
            <a:r>
              <a:rPr lang="en-US" dirty="0"/>
              <a:t>11-12 – Reviews</a:t>
            </a:r>
          </a:p>
          <a:p>
            <a:r>
              <a:rPr lang="en-US" dirty="0"/>
              <a:t>13-14 – Favorite lists</a:t>
            </a:r>
          </a:p>
          <a:p>
            <a:r>
              <a:rPr lang="en-US" dirty="0"/>
              <a:t>15 – Password changing (optional)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Group page customization not done (number 10 from the checklist)</a:t>
            </a:r>
          </a:p>
        </p:txBody>
      </p:sp>
    </p:spTree>
    <p:extLst>
      <p:ext uri="{BB962C8B-B14F-4D97-AF65-F5344CB8AC3E}">
        <p14:creationId xmlns:p14="http://schemas.microsoft.com/office/powerpoint/2010/main" val="328936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F70D-B082-A8E1-4FB6-3C8A4CC8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9C1B-6EB2-136A-C93A-6FE52C965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Kimi Sarkkila: Account management, database, frontpage</a:t>
            </a:r>
          </a:p>
          <a:p>
            <a:r>
              <a:rPr lang="en-US" dirty="0"/>
              <a:t>Panu Ronkainen: Reviews, now airing</a:t>
            </a:r>
          </a:p>
          <a:p>
            <a:r>
              <a:rPr lang="en-US" dirty="0"/>
              <a:t>Saku Simonen: Favorites</a:t>
            </a:r>
          </a:p>
          <a:p>
            <a:r>
              <a:rPr lang="en-US" dirty="0"/>
              <a:t>Eetu </a:t>
            </a:r>
            <a:r>
              <a:rPr lang="en-US" dirty="0" err="1"/>
              <a:t>Flinkman</a:t>
            </a:r>
            <a:r>
              <a:rPr lang="en-US" dirty="0"/>
              <a:t>: Groups</a:t>
            </a:r>
          </a:p>
          <a:p>
            <a:r>
              <a:rPr lang="en-US" dirty="0"/>
              <a:t>Joel Remes: Searching feature</a:t>
            </a:r>
          </a:p>
        </p:txBody>
      </p:sp>
    </p:spTree>
    <p:extLst>
      <p:ext uri="{BB962C8B-B14F-4D97-AF65-F5344CB8AC3E}">
        <p14:creationId xmlns:p14="http://schemas.microsoft.com/office/powerpoint/2010/main" val="227644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94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Movie App (Group 3)</vt:lpstr>
      <vt:lpstr>App Features</vt:lpstr>
      <vt:lpstr>Group roles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Kimi Sarkkila</dc:creator>
  <cp:lastModifiedBy>Kimi Sarkkila</cp:lastModifiedBy>
  <cp:revision>2</cp:revision>
  <dcterms:created xsi:type="dcterms:W3CDTF">2025-12-17T22:23:34Z</dcterms:created>
  <dcterms:modified xsi:type="dcterms:W3CDTF">2025-12-18T10:48:46Z</dcterms:modified>
</cp:coreProperties>
</file>